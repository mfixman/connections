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635D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8480" cy="1187640"/>
          </a:xfrm>
          <a:prstGeom prst="rect">
            <a:avLst/>
          </a:prstGeom>
          <a:solidFill>
            <a:schemeClr val="dk2">
              <a:lumMod val="60000"/>
              <a:lumOff val="40000"/>
              <a:alpha val="15000"/>
            </a:schemeClr>
          </a:solidFill>
          <a:ln cap="sq" w="31680">
            <a:solidFill>
              <a:schemeClr val="dk1">
                <a:lumMod val="75000"/>
                <a:lumOff val="25000"/>
              </a:schemeClr>
            </a:solidFill>
            <a:miter/>
          </a:ln>
        </p:spPr>
        <p:txBody>
          <a:bodyPr lIns="182880" tIns="182880" rIns="182880" bIns="182880" anchor="ctr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2800" b="0" u="none" spc="201" strike="noStrike" cap="all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0" u="none" spc="201" strike="noStrike" cap="all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Click to edit Master title style</a:t>
            </a:r>
            <a:endParaRPr lang="en-US" sz="2800" b="0" u="none" spc="201" strike="noStrike" cap="all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7728480" cy="3101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defRPr lang="en-US" sz="18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1pPr>
            <a:lvl2pPr lvl="1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def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2pPr>
            <a:lvl3pPr lvl="2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def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3pPr>
            <a:lvl4pPr lvl="3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def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4pPr>
            <a:lvl5pPr lvl="4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def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5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Click to edit Master text styles</a:t>
            </a:r>
            <a:endParaRPr lang="en-US" sz="18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457200" lvl="1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Second level</a:t>
            </a:r>
            <a:endParaRPr lang="en-US" sz="16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685800" lvl="2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Third level</a:t>
            </a:r>
            <a:endParaRPr lang="en-US" sz="16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914400" lvl="3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Fourth level</a:t>
            </a:r>
            <a:endParaRPr lang="en-US" sz="16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1143000" lvl="4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Fifth level</a:t>
            </a:r>
            <a:endParaRPr lang="en-US" sz="16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7821360" y="6238800"/>
            <a:ext cx="2752560" cy="32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lt1">
                    <a:alpha val="70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lt1">
                    <a:alpha val="70000"/>
                  </a:schemeClr>
                </a:solidFill>
                <a:effectLst/>
                <a:uFillTx/>
                <a:latin typeface="Gill Sans MT"/>
              </a:rPr>
              <a:t>&lt;date/time&gt;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1600200" y="6236280"/>
            <a:ext cx="5900040" cy="31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10758960" y="6217920"/>
            <a:ext cx="364680" cy="36468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tIns="45720" rIns="1836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8149CAE3-7175-4CD2-BA0C-56D67AC66669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&lt;number&gt;</a:t>
            </a:fld>
            <a:endParaRPr lang="en-GB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600200" y="2386800"/>
            <a:ext cx="8990640" cy="1644840"/>
          </a:xfrm>
          <a:prstGeom prst="rect">
            <a:avLst/>
          </a:prstGeom>
          <a:solidFill>
            <a:srgbClr val="FFFFFF"/>
          </a:solidFill>
          <a:ln cap="sq" w="38160">
            <a:solidFill>
              <a:srgbClr val="404040"/>
            </a:solidFill>
            <a:miter/>
          </a:ln>
        </p:spPr>
        <p:txBody>
          <a:bodyPr lIns="274320" tIns="182880" rIns="274320" bIns="182880" anchor="ctr" anchorCtr="1">
            <a:norm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38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8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rPr>
              <a:t>Click to edit Master title style</a:t>
            </a:r>
            <a:endParaRPr lang="en-US" sz="3800" b="0" u="none" spc="201" strike="noStrike" cap="all">
              <a:solidFill>
                <a:srgbClr val="262626"/>
              </a:solidFill>
              <a:effectLst/>
              <a:uFillTx/>
              <a:latin typeface="Gill Sans M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2695320" y="4352400"/>
            <a:ext cx="6800400" cy="12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>
            <a:norm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Gill Sans MT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Click to edit Master text styles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Gill Sans MT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7821360" y="6238800"/>
            <a:ext cx="2752560" cy="32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lt1">
                    <a:alpha val="70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lt1">
                    <a:alpha val="70000"/>
                  </a:schemeClr>
                </a:solidFill>
                <a:effectLst/>
                <a:uFillTx/>
                <a:latin typeface="Gill Sans MT"/>
              </a:rPr>
              <a:t>&lt;date/time&gt;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1600200" y="6236280"/>
            <a:ext cx="5900040" cy="31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10758960" y="6217920"/>
            <a:ext cx="364680" cy="36468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tIns="45720" rIns="1836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ACE08CC8-F74F-4133-9A67-BF3E2AF0E084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&lt;number&gt;</a:t>
            </a:fld>
            <a:endParaRPr lang="en-GB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635D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8480" cy="1187640"/>
          </a:xfrm>
          <a:prstGeom prst="rect">
            <a:avLst/>
          </a:prstGeom>
          <a:solidFill>
            <a:schemeClr val="dk2">
              <a:lumMod val="60000"/>
              <a:lumOff val="40000"/>
              <a:alpha val="15000"/>
            </a:schemeClr>
          </a:solidFill>
          <a:ln cap="sq" w="31680">
            <a:solidFill>
              <a:schemeClr val="dk1">
                <a:lumMod val="75000"/>
                <a:lumOff val="25000"/>
              </a:schemeClr>
            </a:solidFill>
            <a:miter/>
          </a:ln>
        </p:spPr>
        <p:txBody>
          <a:bodyPr lIns="182880" tIns="182880" rIns="182880" bIns="182880" anchor="ctr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2800" b="0" u="none" spc="201" strike="noStrike" cap="all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0" u="none" spc="201" strike="noStrike" cap="all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Click to edit Master title style</a:t>
            </a:r>
            <a:endParaRPr lang="en-US" sz="2800" b="0" u="none" spc="201" strike="noStrike" cap="all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1581840" y="2638080"/>
            <a:ext cx="4270680" cy="3101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defRPr lang="en-US" sz="18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1pPr>
            <a:lvl2pPr lvl="1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def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2pPr>
            <a:lvl3pPr lvl="2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def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3pPr>
            <a:lvl4pPr lvl="3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def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4pPr>
            <a:lvl5pPr lvl="4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def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5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Click to edit Master text styles</a:t>
            </a:r>
            <a:endParaRPr lang="en-US" sz="18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457200" lvl="1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Second level</a:t>
            </a:r>
            <a:endParaRPr lang="en-US" sz="16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685800" lvl="2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Third level</a:t>
            </a:r>
            <a:endParaRPr lang="en-US" sz="16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914400" lvl="3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Fourth level</a:t>
            </a:r>
            <a:endParaRPr lang="en-US" sz="16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1143000" lvl="4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Fifth level</a:t>
            </a:r>
            <a:endParaRPr lang="en-US" sz="16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6338160" y="2638080"/>
            <a:ext cx="4269240" cy="3101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defRPr lang="en-US" sz="18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1pPr>
            <a:lvl2pPr lvl="1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def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2pPr>
            <a:lvl3pPr lvl="2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def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3pPr>
            <a:lvl4pPr lvl="3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def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4pPr>
            <a:lvl5pPr lvl="4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def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5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Click to edit Master text styles</a:t>
            </a:r>
            <a:endParaRPr lang="en-US" sz="18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457200" lvl="1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Second level</a:t>
            </a:r>
            <a:endParaRPr lang="en-US" sz="16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685800" lvl="2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Third level</a:t>
            </a:r>
            <a:endParaRPr lang="en-US" sz="16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914400" lvl="3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Fourth level</a:t>
            </a:r>
            <a:endParaRPr lang="en-US" sz="16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1143000" lvl="4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Fifth level</a:t>
            </a:r>
            <a:endParaRPr lang="en-US" sz="16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7821360" y="6238800"/>
            <a:ext cx="2752560" cy="32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lt1">
                    <a:alpha val="70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lt1">
                    <a:alpha val="70000"/>
                  </a:schemeClr>
                </a:solidFill>
                <a:effectLst/>
                <a:uFillTx/>
                <a:latin typeface="Gill Sans MT"/>
              </a:rPr>
              <a:t>&lt;date/time&gt;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1600200" y="6236280"/>
            <a:ext cx="5900040" cy="31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10758960" y="6217920"/>
            <a:ext cx="364680" cy="36468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tIns="45720" rIns="1836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D8A2E158-8DB6-4AF0-9F45-EFE04E90848C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&lt;number&gt;</a:t>
            </a:fld>
            <a:endParaRPr lang="en-GB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635D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body"/>
          </p:nvPr>
        </p:nvSpPr>
        <p:spPr>
          <a:xfrm>
            <a:off x="1583280" y="2313360"/>
            <a:ext cx="4269240" cy="70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 anchorCtr="1">
            <a:normAutofit/>
          </a:bodyPr>
          <a:lstStyle>
            <a:lvl1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900" b="0" u="none" spc="99" strike="noStrike" cap="all">
                <a:solidFill>
                  <a:schemeClr val="accent2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900" b="0" u="none" spc="99" strike="noStrike" cap="all">
                <a:solidFill>
                  <a:schemeClr val="accent2"/>
                </a:solidFill>
                <a:effectLst/>
                <a:uFillTx/>
                <a:latin typeface="Gill Sans MT"/>
              </a:rPr>
              <a:t>Click to edit Master text styles</a:t>
            </a:r>
            <a:endParaRPr lang="en-US" sz="1900" b="0" u="none" spc="99" strike="noStrike" cap="all">
              <a:solidFill>
                <a:schemeClr val="accent2"/>
              </a:solidFill>
              <a:effectLst/>
              <a:uFillTx/>
              <a:latin typeface="Gill Sans M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1583280" y="3143160"/>
            <a:ext cx="4269240" cy="2595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1pPr>
            <a:lvl2pPr lvl="1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tabLst>
                <a:tab pos="0" algn="l"/>
              </a:tabLst>
              <a:def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2pPr>
            <a:lvl3pPr lvl="2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tabLst>
                <a:tab pos="0" algn="l"/>
              </a:tabLst>
              <a:def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3pPr>
            <a:lvl4pPr lvl="3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tabLst>
                <a:tab pos="0" algn="l"/>
              </a:tabLst>
              <a:def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4pPr>
            <a:lvl5pPr lvl="4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tabLst>
                <a:tab pos="0" algn="l"/>
              </a:tabLst>
              <a:def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5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Click to edit Master text styles</a:t>
            </a:r>
            <a:endParaRPr lang="en-US" sz="1800" b="0" u="none" spc="99" strike="noStrike" cap="all">
              <a:solidFill>
                <a:schemeClr val="accent2"/>
              </a:solidFill>
              <a:effectLst/>
              <a:uFillTx/>
              <a:latin typeface="Gill Sans MT"/>
            </a:endParaRPr>
          </a:p>
          <a:p>
            <a:pPr marL="457200" lvl="1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Second level</a:t>
            </a:r>
            <a:endParaRPr lang="en-US" sz="16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685800" lvl="2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Third level</a:t>
            </a:r>
            <a:endParaRPr lang="en-US" sz="16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914400" lvl="3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Fourth level</a:t>
            </a:r>
            <a:endParaRPr lang="en-US" sz="16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1143000" lvl="4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Fifth level</a:t>
            </a:r>
            <a:endParaRPr lang="en-US" sz="16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338160" y="3143160"/>
            <a:ext cx="4252320" cy="2595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1pPr>
            <a:lvl2pPr lvl="1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tabLst>
                <a:tab pos="0" algn="l"/>
              </a:tabLst>
              <a:def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2pPr>
            <a:lvl3pPr lvl="2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tabLst>
                <a:tab pos="0" algn="l"/>
              </a:tabLst>
              <a:def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3pPr>
            <a:lvl4pPr lvl="3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tabLst>
                <a:tab pos="0" algn="l"/>
              </a:tabLst>
              <a:def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4pPr>
            <a:lvl5pPr lvl="4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tabLst>
                <a:tab pos="0" algn="l"/>
              </a:tabLst>
              <a:def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5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Click to edit Master text styles</a:t>
            </a:r>
            <a:endParaRPr lang="en-US" sz="1800" b="0" u="none" spc="99" strike="noStrike" cap="all">
              <a:solidFill>
                <a:schemeClr val="accent2"/>
              </a:solidFill>
              <a:effectLst/>
              <a:uFillTx/>
              <a:latin typeface="Gill Sans MT"/>
            </a:endParaRPr>
          </a:p>
          <a:p>
            <a:pPr marL="457200" lvl="1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Second level</a:t>
            </a:r>
            <a:endParaRPr lang="en-US" sz="16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685800" lvl="2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Third level</a:t>
            </a:r>
            <a:endParaRPr lang="en-US" sz="16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914400" lvl="3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Fourth level</a:t>
            </a:r>
            <a:endParaRPr lang="en-US" sz="16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1143000" lvl="4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Fifth level</a:t>
            </a:r>
            <a:endParaRPr lang="en-US" sz="16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338160" y="2313360"/>
            <a:ext cx="4269240" cy="70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 anchorCtr="1">
            <a:normAutofit/>
          </a:bodyPr>
          <a:lstStyle>
            <a:lvl1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900" b="0" u="none" spc="99" strike="noStrike" cap="all">
                <a:solidFill>
                  <a:schemeClr val="accent2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900" b="0" u="none" spc="99" strike="noStrike" cap="all">
                <a:solidFill>
                  <a:schemeClr val="accent2"/>
                </a:solidFill>
                <a:effectLst/>
                <a:uFillTx/>
                <a:latin typeface="Gill Sans MT"/>
              </a:rPr>
              <a:t>Click to edit Master text styles</a:t>
            </a:r>
            <a:endParaRPr lang="en-US" sz="1900" b="0" u="none" spc="99" strike="noStrike" cap="all">
              <a:solidFill>
                <a:schemeClr val="accent2"/>
              </a:solidFill>
              <a:effectLst/>
              <a:uFillTx/>
              <a:latin typeface="Gill Sans MT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dt" idx="10"/>
          </p:nvPr>
        </p:nvSpPr>
        <p:spPr>
          <a:xfrm>
            <a:off x="7821360" y="6238800"/>
            <a:ext cx="2752560" cy="32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lt1">
                    <a:alpha val="70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lt1">
                    <a:alpha val="70000"/>
                  </a:schemeClr>
                </a:solidFill>
                <a:effectLst/>
                <a:uFillTx/>
                <a:latin typeface="Gill Sans MT"/>
              </a:rPr>
              <a:t>&lt;date/time&gt;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ftr" idx="11"/>
          </p:nvPr>
        </p:nvSpPr>
        <p:spPr>
          <a:xfrm>
            <a:off x="1600200" y="6236280"/>
            <a:ext cx="5900040" cy="31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7"/>
          <p:cNvSpPr>
            <a:spLocks noGrp="1"/>
          </p:cNvSpPr>
          <p:nvPr>
            <p:ph type="sldNum" idx="12"/>
          </p:nvPr>
        </p:nvSpPr>
        <p:spPr>
          <a:xfrm>
            <a:off x="10758960" y="6217920"/>
            <a:ext cx="364680" cy="36468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tIns="45720" rIns="1836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3301EFFC-9B3F-4AC5-BFD1-53FE269C8AC1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&lt;number&gt;</a:t>
            </a:fld>
            <a:endParaRPr lang="en-GB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8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8480" cy="1187640"/>
          </a:xfrm>
          <a:prstGeom prst="rect">
            <a:avLst/>
          </a:prstGeom>
          <a:solidFill>
            <a:schemeClr val="dk2">
              <a:lumMod val="60000"/>
              <a:lumOff val="40000"/>
              <a:alpha val="15000"/>
            </a:schemeClr>
          </a:solidFill>
          <a:ln cap="sq" w="31680">
            <a:solidFill>
              <a:schemeClr val="dk1">
                <a:lumMod val="75000"/>
                <a:lumOff val="25000"/>
              </a:schemeClr>
            </a:solidFill>
            <a:miter/>
          </a:ln>
        </p:spPr>
        <p:txBody>
          <a:bodyPr lIns="182880" tIns="182880" rIns="182880" bIns="182880" anchor="ctr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2800" b="0" u="none" spc="201" strike="noStrike" cap="all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0" u="none" spc="201" strike="noStrike" cap="all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Click to edit Master title style</a:t>
            </a:r>
            <a:endParaRPr lang="en-US" sz="2800" b="0" u="none" spc="201" strike="noStrike" cap="all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635D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8480" cy="1187640"/>
          </a:xfrm>
          <a:prstGeom prst="rect">
            <a:avLst/>
          </a:prstGeom>
          <a:solidFill>
            <a:schemeClr val="dk2">
              <a:lumMod val="60000"/>
              <a:lumOff val="40000"/>
              <a:alpha val="15000"/>
            </a:schemeClr>
          </a:solidFill>
          <a:ln cap="sq" w="31680">
            <a:solidFill>
              <a:schemeClr val="dk1">
                <a:lumMod val="75000"/>
                <a:lumOff val="25000"/>
              </a:schemeClr>
            </a:solidFill>
            <a:miter/>
          </a:ln>
        </p:spPr>
        <p:txBody>
          <a:bodyPr lIns="182880" tIns="182880" rIns="182880" bIns="182880" anchor="ctr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2800" b="0" u="none" spc="201" strike="noStrike" cap="all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0" u="none" spc="201" strike="noStrike" cap="all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Click to edit Master title style</a:t>
            </a:r>
            <a:endParaRPr lang="en-US" sz="2800" b="0" u="none" spc="201" strike="noStrike" cap="all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dt" idx="13"/>
          </p:nvPr>
        </p:nvSpPr>
        <p:spPr>
          <a:xfrm>
            <a:off x="7821360" y="6238800"/>
            <a:ext cx="2752560" cy="32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lt1">
                    <a:alpha val="70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lt1">
                    <a:alpha val="70000"/>
                  </a:schemeClr>
                </a:solidFill>
                <a:effectLst/>
                <a:uFillTx/>
                <a:latin typeface="Gill Sans MT"/>
              </a:rPr>
              <a:t>&lt;date/time&gt;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ftr" idx="14"/>
          </p:nvPr>
        </p:nvSpPr>
        <p:spPr>
          <a:xfrm>
            <a:off x="1600200" y="6236280"/>
            <a:ext cx="5900040" cy="31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sldNum" idx="15"/>
          </p:nvPr>
        </p:nvSpPr>
        <p:spPr>
          <a:xfrm>
            <a:off x="10758960" y="6217920"/>
            <a:ext cx="364680" cy="36468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tIns="45720" rIns="1836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22BD3D4E-F56A-45EB-B718-B9BA1FB19A3C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&lt;number&gt;</a:t>
            </a:fld>
            <a:endParaRPr lang="en-GB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635D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dt" idx="16"/>
          </p:nvPr>
        </p:nvSpPr>
        <p:spPr>
          <a:xfrm>
            <a:off x="7821360" y="6238800"/>
            <a:ext cx="2752560" cy="32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lt1">
                    <a:alpha val="70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lt1">
                    <a:alpha val="70000"/>
                  </a:schemeClr>
                </a:solidFill>
                <a:effectLst/>
                <a:uFillTx/>
                <a:latin typeface="Gill Sans MT"/>
              </a:rPr>
              <a:t>&lt;date/time&gt;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ftr" idx="17"/>
          </p:nvPr>
        </p:nvSpPr>
        <p:spPr>
          <a:xfrm>
            <a:off x="1600200" y="6236280"/>
            <a:ext cx="5900040" cy="31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18"/>
          </p:nvPr>
        </p:nvSpPr>
        <p:spPr>
          <a:xfrm>
            <a:off x="10758960" y="6217920"/>
            <a:ext cx="364680" cy="36468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tIns="45720" rIns="1836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F6A3A23F-CB5D-4BC5-9EB5-2AFBDAC10D67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&lt;number&gt;</a:t>
            </a:fld>
            <a:endParaRPr lang="en-GB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635D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25"/>
          <p:cNvSpPr/>
          <p:nvPr/>
        </p:nvSpPr>
        <p:spPr>
          <a:xfrm>
            <a:off x="0" y="0"/>
            <a:ext cx="6094800" cy="68569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04600" y="2243880"/>
            <a:ext cx="4485600" cy="114048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tIns="182880" rIns="182880" bIns="182880" anchor="ctr" anchorCtr="1">
            <a:norm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22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2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rPr>
              <a:t>Click to edit Master title style</a:t>
            </a:r>
            <a:endParaRPr lang="en-US" sz="2200" b="0" u="none" spc="201" strike="noStrike" cap="all">
              <a:solidFill>
                <a:srgbClr val="262626"/>
              </a:solidFill>
              <a:effectLst/>
              <a:uFillTx/>
              <a:latin typeface="Gill Sans M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735960" y="804600"/>
            <a:ext cx="4814640" cy="524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defRPr lang="en-US" sz="1900" b="0" u="none" strike="noStrike">
                <a:solidFill>
                  <a:schemeClr val="lt1"/>
                </a:solidFill>
                <a:effectLst/>
                <a:uFillTx/>
                <a:latin typeface="Gill Sans MT"/>
              </a:defRPr>
            </a:lvl1pPr>
            <a:lvl2pPr lvl="1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Gill Sans MT"/>
              </a:defRPr>
            </a:lvl2pPr>
            <a:lvl3pPr lvl="2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Gill Sans MT"/>
              </a:defRPr>
            </a:lvl3pPr>
            <a:lvl4pPr lvl="3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Gill Sans MT"/>
              </a:defRPr>
            </a:lvl4pPr>
            <a:lvl5pPr lvl="4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Gill Sans MT"/>
              </a:defRPr>
            </a:lvl5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</a:pPr>
            <a:r>
              <a:rPr lang="en-US" sz="1900" b="0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Click to edit Master text styles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Gill Sans MT"/>
            </a:endParaRPr>
          </a:p>
          <a:p>
            <a:pPr marL="457200" lvl="1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Second level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Gill Sans MT"/>
            </a:endParaRPr>
          </a:p>
          <a:p>
            <a:pPr marL="685800" lvl="2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Third level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Gill Sans MT"/>
            </a:endParaRPr>
          </a:p>
          <a:p>
            <a:pPr marL="914400" lvl="3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Fourth level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Gill Sans MT"/>
            </a:endParaRPr>
          </a:p>
          <a:p>
            <a:pPr marL="1143000" lvl="4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Fifth level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Gill Sans MT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1115640" y="3549960"/>
            <a:ext cx="3793680" cy="219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>
            <a:normAutofit/>
          </a:bodyPr>
          <a:lstStyle>
            <a:lvl1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Click to edit Master text styles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Gill Sans MT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9"/>
          </p:nvPr>
        </p:nvSpPr>
        <p:spPr>
          <a:xfrm>
            <a:off x="7821360" y="6238800"/>
            <a:ext cx="2752560" cy="32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lt1">
                    <a:alpha val="70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lt1">
                    <a:alpha val="70000"/>
                  </a:schemeClr>
                </a:solidFill>
                <a:effectLst/>
                <a:uFillTx/>
                <a:latin typeface="Gill Sans MT"/>
              </a:rPr>
              <a:t>&lt;date/time&gt;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20"/>
          </p:nvPr>
        </p:nvSpPr>
        <p:spPr>
          <a:xfrm>
            <a:off x="804600" y="6236280"/>
            <a:ext cx="5123880" cy="31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21"/>
          </p:nvPr>
        </p:nvSpPr>
        <p:spPr>
          <a:xfrm>
            <a:off x="10758960" y="6217920"/>
            <a:ext cx="364680" cy="36468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tIns="45720" rIns="1836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2F54DF17-B473-4B2A-8534-E569AB23191D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&lt;number&gt;</a:t>
            </a:fld>
            <a:endParaRPr lang="en-GB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635D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17"/>
          <p:cNvSpPr/>
          <p:nvPr/>
        </p:nvSpPr>
        <p:spPr>
          <a:xfrm>
            <a:off x="0" y="0"/>
            <a:ext cx="6094800" cy="68569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08560" y="2243880"/>
            <a:ext cx="4493880" cy="113364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tIns="182880" rIns="182880" bIns="182880" anchor="ctr" anchorCtr="1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22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2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rPr>
              <a:t>Click to edit Master title style</a:t>
            </a:r>
            <a:endParaRPr lang="en-US" sz="2200" b="0" u="none" spc="201" strike="noStrike" cap="all">
              <a:solidFill>
                <a:srgbClr val="262626"/>
              </a:solidFill>
              <a:effectLst/>
              <a:uFillTx/>
              <a:latin typeface="Gill Sans MT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5880" y="0"/>
            <a:ext cx="6100920" cy="6856920"/>
          </a:xfrm>
          <a:prstGeom prst="rect">
            <a:avLst/>
          </a:prstGeom>
          <a:solidFill>
            <a:schemeClr val="lt1">
              <a:lumMod val="85000"/>
            </a:schemeClr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Click icon to add picture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Gill Sans MT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1115640" y="3549960"/>
            <a:ext cx="3793680" cy="219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>
            <a:normAutofit/>
          </a:bodyPr>
          <a:lstStyle>
            <a:lvl1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Click to edit Master text styles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Gill Sans MT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2"/>
          </p:nvPr>
        </p:nvSpPr>
        <p:spPr>
          <a:xfrm>
            <a:off x="7821360" y="6238800"/>
            <a:ext cx="2752560" cy="32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lt1">
                    <a:alpha val="70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lt1">
                    <a:alpha val="70000"/>
                  </a:schemeClr>
                </a:solidFill>
                <a:effectLst/>
                <a:uFillTx/>
                <a:latin typeface="Gill Sans MT"/>
              </a:rPr>
              <a:t>&lt;date/time&gt;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3"/>
          </p:nvPr>
        </p:nvSpPr>
        <p:spPr>
          <a:xfrm>
            <a:off x="804600" y="6236280"/>
            <a:ext cx="5123880" cy="31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24"/>
          </p:nvPr>
        </p:nvSpPr>
        <p:spPr>
          <a:xfrm>
            <a:off x="10758960" y="6217920"/>
            <a:ext cx="364680" cy="36468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tIns="45720" rIns="1836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1B194F9B-3375-4ABC-AA7C-547A0E999B63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&lt;number&gt;</a:t>
            </a:fld>
            <a:endParaRPr lang="en-GB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600200" y="2386800"/>
            <a:ext cx="8990640" cy="1644840"/>
          </a:xfrm>
          <a:prstGeom prst="rect">
            <a:avLst/>
          </a:prstGeom>
          <a:solidFill>
            <a:srgbClr val="FFFFFF"/>
          </a:solidFill>
          <a:ln cap="sq" w="38160">
            <a:solidFill>
              <a:srgbClr val="404040"/>
            </a:solidFill>
            <a:miter/>
          </a:ln>
        </p:spPr>
        <p:txBody>
          <a:bodyPr lIns="274320" tIns="182880" rIns="274320" bIns="182880" anchor="ctr" anchorCtr="1">
            <a:norm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38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8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rPr>
              <a:t>Click to edit Master title style</a:t>
            </a:r>
            <a:endParaRPr lang="en-US" sz="3800" b="0" u="none" spc="201" strike="noStrike" cap="all">
              <a:solidFill>
                <a:srgbClr val="262626"/>
              </a:solidFill>
              <a:effectLst/>
              <a:uFillTx/>
              <a:latin typeface="Gill Sans MT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25"/>
          </p:nvPr>
        </p:nvSpPr>
        <p:spPr>
          <a:xfrm>
            <a:off x="7821360" y="6238800"/>
            <a:ext cx="2752560" cy="32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lt1">
                    <a:alpha val="70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lt1">
                    <a:alpha val="70000"/>
                  </a:schemeClr>
                </a:solidFill>
                <a:effectLst/>
                <a:uFillTx/>
                <a:latin typeface="Gill Sans MT"/>
              </a:rPr>
              <a:t>&lt;date/time&gt;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26"/>
          </p:nvPr>
        </p:nvSpPr>
        <p:spPr>
          <a:xfrm>
            <a:off x="1600200" y="6236280"/>
            <a:ext cx="5900040" cy="31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27"/>
          </p:nvPr>
        </p:nvSpPr>
        <p:spPr>
          <a:xfrm>
            <a:off x="10758960" y="6217920"/>
            <a:ext cx="364680" cy="36468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tIns="45720" rIns="1836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A9BB414C-E9AC-4664-B40C-0623A7968C83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&lt;number&gt;</a:t>
            </a:fld>
            <a:endParaRPr lang="en-GB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Click to edit the outline text format</a:t>
            </a:r>
            <a:endParaRPr lang="en-US" sz="18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Second Outline Level</a:t>
            </a:r>
            <a:endParaRPr lang="en-US" sz="16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Third Outline Level</a:t>
            </a:r>
            <a:endParaRPr lang="en-US" sz="16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Fourth Outline Level</a:t>
            </a:r>
            <a:endParaRPr lang="en-US" sz="16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Fifth Outline Level</a:t>
            </a:r>
            <a:endParaRPr lang="en-US" sz="20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Sixth Outline Level</a:t>
            </a:r>
            <a:endParaRPr lang="en-US" sz="20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Seventh Outline Level</a:t>
            </a:r>
            <a:endParaRPr lang="en-US" sz="20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600200" y="2386800"/>
            <a:ext cx="8990640" cy="1644840"/>
          </a:xfrm>
          <a:prstGeom prst="rect">
            <a:avLst/>
          </a:prstGeom>
          <a:solidFill>
            <a:srgbClr val="FFFFFF"/>
          </a:solidFill>
          <a:ln cap="sq" w="38160">
            <a:solidFill>
              <a:srgbClr val="404040"/>
            </a:solidFill>
            <a:miter/>
          </a:ln>
        </p:spPr>
        <p:txBody>
          <a:bodyPr lIns="274320" tIns="182880" rIns="274320" bIns="182880" anchor="ctr" anchorCtr="1">
            <a:norm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38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8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rPr>
              <a:t>Click to edit Master title style</a:t>
            </a:r>
            <a:endParaRPr lang="en-US" sz="3800" b="0" u="none" spc="201" strike="noStrike" cap="all">
              <a:solidFill>
                <a:srgbClr val="262626"/>
              </a:solidFill>
              <a:effectLst/>
              <a:uFillTx/>
              <a:latin typeface="Gill Sans MT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8"/>
          </p:nvPr>
        </p:nvSpPr>
        <p:spPr>
          <a:xfrm>
            <a:off x="7821360" y="6238800"/>
            <a:ext cx="2752560" cy="32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lt1">
                    <a:alpha val="70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lt1">
                    <a:alpha val="70000"/>
                  </a:schemeClr>
                </a:solidFill>
                <a:effectLst/>
                <a:uFillTx/>
                <a:latin typeface="Gill Sans MT"/>
              </a:rPr>
              <a:t>&lt;date/time&gt;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9"/>
          </p:nvPr>
        </p:nvSpPr>
        <p:spPr>
          <a:xfrm>
            <a:off x="1600200" y="6236280"/>
            <a:ext cx="5900040" cy="31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30"/>
          </p:nvPr>
        </p:nvSpPr>
        <p:spPr>
          <a:xfrm>
            <a:off x="10758960" y="6217920"/>
            <a:ext cx="364680" cy="36468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tIns="45720" rIns="1836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D8D90BC7-E1DF-4E2C-B1CF-71ACB9FCCA15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&lt;number&gt;</a:t>
            </a:fld>
            <a:endParaRPr lang="en-GB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Click to edit the outline text format</a:t>
            </a:r>
            <a:endParaRPr lang="en-US" sz="18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Second Outline Level</a:t>
            </a:r>
            <a:endParaRPr lang="en-US" sz="16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Third Outline Level</a:t>
            </a:r>
            <a:endParaRPr lang="en-US" sz="16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Fourth Outline Level</a:t>
            </a:r>
            <a:endParaRPr lang="en-US" sz="16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Fifth Outline Level</a:t>
            </a:r>
            <a:endParaRPr lang="en-US" sz="20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Sixth Outline Level</a:t>
            </a:r>
            <a:endParaRPr lang="en-US" sz="20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Seventh Outline Level</a:t>
            </a:r>
            <a:endParaRPr lang="en-US" sz="20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635D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8480" cy="1187640"/>
          </a:xfrm>
          <a:prstGeom prst="rect">
            <a:avLst/>
          </a:prstGeom>
          <a:solidFill>
            <a:schemeClr val="dk2">
              <a:lumMod val="60000"/>
              <a:lumOff val="40000"/>
              <a:alpha val="15000"/>
            </a:schemeClr>
          </a:solidFill>
          <a:ln cap="sq" w="31680">
            <a:solidFill>
              <a:schemeClr val="dk1">
                <a:lumMod val="75000"/>
                <a:lumOff val="25000"/>
              </a:schemeClr>
            </a:solidFill>
            <a:miter/>
          </a:ln>
        </p:spPr>
        <p:txBody>
          <a:bodyPr lIns="182880" tIns="182880" rIns="182880" bIns="182880" anchor="ctr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2800" b="0" u="none" spc="201" strike="noStrike" cap="all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0" u="none" spc="201" strike="noStrike" cap="all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Click to edit Master title style</a:t>
            </a:r>
            <a:endParaRPr lang="en-US" sz="2800" b="0" u="none" spc="201" strike="noStrike" cap="all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7728480" cy="3101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defRPr lang="en-US" sz="18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1pPr>
            <a:lvl2pPr lvl="1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def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2pPr>
            <a:lvl3pPr lvl="2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def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3pPr>
            <a:lvl4pPr lvl="3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def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4pPr>
            <a:lvl5pPr lvl="4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def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5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Click to edit Master text styles</a:t>
            </a:r>
            <a:endParaRPr lang="en-US" sz="18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457200" lvl="1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Second level</a:t>
            </a:r>
            <a:endParaRPr lang="en-US" sz="16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685800" lvl="2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Third level</a:t>
            </a:r>
            <a:endParaRPr lang="en-US" sz="16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914400" lvl="3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Fourth level</a:t>
            </a:r>
            <a:endParaRPr lang="en-US" sz="16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1143000" lvl="4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Fifth level</a:t>
            </a:r>
            <a:endParaRPr lang="en-US" sz="16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dt" idx="31"/>
          </p:nvPr>
        </p:nvSpPr>
        <p:spPr>
          <a:xfrm>
            <a:off x="7821360" y="6238800"/>
            <a:ext cx="2752560" cy="32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lt1">
                    <a:alpha val="70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lt1">
                    <a:alpha val="70000"/>
                  </a:schemeClr>
                </a:solidFill>
                <a:effectLst/>
                <a:uFillTx/>
                <a:latin typeface="Gill Sans MT"/>
              </a:rPr>
              <a:t>&lt;date/time&gt;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ftr" idx="32"/>
          </p:nvPr>
        </p:nvSpPr>
        <p:spPr>
          <a:xfrm>
            <a:off x="1600200" y="6236280"/>
            <a:ext cx="5900040" cy="31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sldNum" idx="33"/>
          </p:nvPr>
        </p:nvSpPr>
        <p:spPr>
          <a:xfrm>
            <a:off x="10758960" y="6217920"/>
            <a:ext cx="364680" cy="36468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tIns="45720" rIns="1836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55782CF5-16C4-46C9-8FAF-F6B3AA7E8D61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&lt;number&gt;</a:t>
            </a:fld>
            <a:endParaRPr lang="en-GB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635D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652960" y="937440"/>
            <a:ext cx="1297440" cy="4982400"/>
          </a:xfrm>
          <a:prstGeom prst="rect">
            <a:avLst/>
          </a:prstGeom>
          <a:solidFill>
            <a:schemeClr val="dk2">
              <a:lumMod val="60000"/>
              <a:lumOff val="40000"/>
              <a:alpha val="15000"/>
            </a:schemeClr>
          </a:solidFill>
          <a:ln cap="sq" w="31680">
            <a:solidFill>
              <a:schemeClr val="dk1">
                <a:lumMod val="75000"/>
                <a:lumOff val="25000"/>
              </a:schemeClr>
            </a:solidFill>
            <a:miter/>
          </a:ln>
        </p:spPr>
        <p:txBody>
          <a:bodyPr lIns="182880" tIns="182880" rIns="182880" bIns="182880" anchor="ctr" vert="eaVert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2800" b="0" u="none" spc="201" strike="noStrike" cap="all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0" u="none" spc="201" strike="noStrike" cap="all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Click to edit Master title style</a:t>
            </a:r>
            <a:endParaRPr lang="en-US" sz="2800" b="0" u="none" spc="201" strike="noStrike" cap="all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2231280" y="937440"/>
            <a:ext cx="6197400" cy="4982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defRPr lang="en-US" sz="18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1pPr>
            <a:lvl2pPr lvl="1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def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2pPr>
            <a:lvl3pPr lvl="2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def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3pPr>
            <a:lvl4pPr lvl="3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def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4pPr>
            <a:lvl5pPr lvl="4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  <a:def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5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Click to edit Master text styles</a:t>
            </a:r>
            <a:endParaRPr lang="en-US" sz="18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457200" lvl="1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Second level</a:t>
            </a:r>
            <a:endParaRPr lang="en-US" sz="16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685800" lvl="2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Third level</a:t>
            </a:r>
            <a:endParaRPr lang="en-US" sz="16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914400" lvl="3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Fourth level</a:t>
            </a:r>
            <a:endParaRPr lang="en-US" sz="16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1143000" lvl="4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D2CB6C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Fifth level</a:t>
            </a:r>
            <a:endParaRPr lang="en-US" sz="16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dt" idx="34"/>
          </p:nvPr>
        </p:nvSpPr>
        <p:spPr>
          <a:xfrm>
            <a:off x="7821360" y="6238800"/>
            <a:ext cx="2752560" cy="32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lt1">
                    <a:alpha val="70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lt1">
                    <a:alpha val="70000"/>
                  </a:schemeClr>
                </a:solidFill>
                <a:effectLst/>
                <a:uFillTx/>
                <a:latin typeface="Gill Sans MT"/>
              </a:rPr>
              <a:t>&lt;date/time&gt;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ftr" idx="35"/>
          </p:nvPr>
        </p:nvSpPr>
        <p:spPr>
          <a:xfrm>
            <a:off x="1600200" y="6236280"/>
            <a:ext cx="5900040" cy="31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sldNum" idx="36"/>
          </p:nvPr>
        </p:nvSpPr>
        <p:spPr>
          <a:xfrm>
            <a:off x="10758960" y="6217920"/>
            <a:ext cx="364680" cy="36468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tIns="45720" rIns="1836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73039820-DA39-4F8B-8C05-7A26C620BB0D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&lt;number&gt;</a:t>
            </a:fld>
            <a:endParaRPr lang="en-GB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4C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"/>
          <p:cNvGrpSpPr/>
          <p:nvPr/>
        </p:nvGrpSpPr>
        <p:grpSpPr>
          <a:xfrm>
            <a:off x="5251680" y="1162080"/>
            <a:ext cx="1079640" cy="539640"/>
            <a:chOff x="5251680" y="1162080"/>
            <a:chExt cx="1079640" cy="539640"/>
          </a:xfrm>
        </p:grpSpPr>
        <p:pic>
          <p:nvPicPr>
            <p:cNvPr id="68" name=""/>
            <p:cNvPicPr/>
            <p:nvPr/>
          </p:nvPicPr>
          <p:blipFill>
            <a:blip r:embed="rId1">
              <a:alphaModFix amt="0"/>
            </a:blip>
            <a:stretch/>
          </p:blipFill>
          <p:spPr>
            <a:xfrm>
              <a:off x="5251680" y="1162080"/>
              <a:ext cx="539640" cy="539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9" name=""/>
            <p:cNvPicPr/>
            <p:nvPr/>
          </p:nvPicPr>
          <p:blipFill>
            <a:blip r:embed="rId2">
              <a:alphaModFix amt="0"/>
            </a:blip>
            <a:stretch/>
          </p:blipFill>
          <p:spPr>
            <a:xfrm>
              <a:off x="5791680" y="1162080"/>
              <a:ext cx="539640" cy="539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0" name=""/>
          <p:cNvSpPr/>
          <p:nvPr/>
        </p:nvSpPr>
        <p:spPr>
          <a:xfrm>
            <a:off x="3002400" y="144000"/>
            <a:ext cx="618696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GB" sz="2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Solving Maths and Logic Problems Fast</a:t>
            </a:r>
            <a:endParaRPr lang="en-GB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180000" y="828000"/>
            <a:ext cx="64512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It’s hard to tell whether a first-order formula is valid (a theorem) or not.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2" name=""/>
          <p:cNvGrpSpPr/>
          <p:nvPr/>
        </p:nvGrpSpPr>
        <p:grpSpPr>
          <a:xfrm>
            <a:off x="180000" y="2700000"/>
            <a:ext cx="5464440" cy="602280"/>
            <a:chOff x="180000" y="2700000"/>
            <a:chExt cx="5464440" cy="602280"/>
          </a:xfrm>
        </p:grpSpPr>
        <p:sp>
          <p:nvSpPr>
            <p:cNvPr id="73" name=""/>
            <p:cNvSpPr/>
            <p:nvPr/>
          </p:nvSpPr>
          <p:spPr>
            <a:xfrm>
              <a:off x="180000" y="2700000"/>
              <a:ext cx="546444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GB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A connection tableau tells us whether this formula is invalid</a:t>
              </a:r>
              <a:endPara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"/>
            <p:cNvSpPr/>
            <p:nvPr/>
          </p:nvSpPr>
          <p:spPr>
            <a:xfrm>
              <a:off x="3240000" y="3060000"/>
              <a:ext cx="233964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GB" sz="1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Note: p is a theorem ↔ ¬p is invalid</a:t>
              </a:r>
              <a:endParaRPr lang="en-GB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5" name=""/>
          <p:cNvSpPr/>
          <p:nvPr/>
        </p:nvSpPr>
        <p:spPr>
          <a:xfrm>
            <a:off x="453960" y="1188000"/>
            <a:ext cx="5877360" cy="13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GB" sz="800" b="1" u="none" strike="noStrike">
                <a:solidFill>
                  <a:srgbClr val="334155"/>
                </a:solidFill>
                <a:effectLst/>
                <a:uFillTx/>
                <a:latin typeface="Andale Mono"/>
              </a:rPr>
              <a:t>SYN051-1</a:t>
            </a:r>
            <a:br>
              <a:rPr sz="800"/>
            </a:br>
            <a:r>
              <a:rPr lang="en-GB" sz="800" b="1" u="none" strike="noStrike">
                <a:solidFill>
                  <a:srgbClr val="334155"/>
                </a:solidFill>
                <a:effectLst/>
                <a:uFillTx/>
                <a:latin typeface="Andale Mono"/>
              </a:rPr>
              <a:t>    </a:t>
            </a:r>
            <a:r>
              <a:rPr lang="en-GB" sz="800" b="0" u="none" strike="noStrike">
                <a:solidFill>
                  <a:srgbClr val="8B1E3F"/>
                </a:solidFill>
                <a:effectLst/>
                <a:uFillTx/>
                <a:latin typeface="Andale Mono"/>
              </a:rPr>
              <a:t>(¬p ∨ big_f(a))</a:t>
            </a:r>
            <a:r>
              <a:rPr lang="en-GB" sz="800" b="0" u="none" strike="noStrike">
                <a:solidFill>
                  <a:srgbClr val="334155"/>
                </a:solidFill>
                <a:effectLst/>
                <a:uFillTx/>
                <a:latin typeface="Andale Mono"/>
              </a:rPr>
              <a:t> ∧ </a:t>
            </a:r>
            <a:r>
              <a:rPr lang="en-GB" sz="800" b="0" u="none" strike="noStrike">
                <a:solidFill>
                  <a:srgbClr val="0F766E"/>
                </a:solidFill>
                <a:effectLst/>
                <a:uFillTx/>
                <a:latin typeface="Andale Mono"/>
              </a:rPr>
              <a:t>(¬big_f(b) ∨ p)</a:t>
            </a:r>
            <a:r>
              <a:rPr lang="en-GB" sz="800" b="0" u="none" strike="noStrike">
                <a:solidFill>
                  <a:srgbClr val="334155"/>
                </a:solidFill>
                <a:effectLst/>
                <a:uFillTx/>
                <a:latin typeface="Andale Mono"/>
              </a:rPr>
              <a:t> ∧ </a:t>
            </a:r>
            <a:r>
              <a:rPr lang="en-GB" sz="800" b="0" u="none" strike="noStrike">
                <a:solidFill>
                  <a:srgbClr val="1D4ED8"/>
                </a:solidFill>
                <a:effectLst/>
                <a:uFillTx/>
                <a:latin typeface="Andale Mono"/>
              </a:rPr>
              <a:t>(p ∨ big_f(X))</a:t>
            </a:r>
            <a:r>
              <a:rPr lang="en-GB" sz="800" b="0" u="none" strike="noStrike">
                <a:solidFill>
                  <a:srgbClr val="334155"/>
                </a:solidFill>
                <a:effectLst/>
                <a:uFillTx/>
                <a:latin typeface="Andale Mono"/>
              </a:rPr>
              <a:t> ∧ </a:t>
            </a:r>
            <a:r>
              <a:rPr lang="en-GB" sz="800" b="0" u="none" strike="noStrike">
                <a:solidFill>
                  <a:srgbClr val="9A3412"/>
                </a:solidFill>
                <a:effectLst/>
                <a:uFillTx/>
                <a:latin typeface="Andale Mono"/>
              </a:rPr>
              <a:t>(¬big_f(X) ∨ ¬p)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800" b="1" u="none" strike="noStrike">
                <a:solidFill>
                  <a:srgbClr val="334155"/>
                </a:solidFill>
                <a:effectLst/>
                <a:uFillTx/>
                <a:latin typeface="Andale Mono"/>
              </a:rPr>
              <a:t>SET045-5</a:t>
            </a:r>
            <a:br>
              <a:rPr sz="800"/>
            </a:br>
            <a:r>
              <a:rPr lang="en-GB" sz="800" b="1" u="none" strike="noStrike">
                <a:solidFill>
                  <a:srgbClr val="334155"/>
                </a:solidFill>
                <a:effectLst/>
                <a:uFillTx/>
                <a:latin typeface="Andale Mono"/>
              </a:rPr>
              <a:t>    </a:t>
            </a:r>
            <a:r>
              <a:rPr lang="en-GB" sz="800" b="0" u="none" strike="noStrike">
                <a:solidFill>
                  <a:srgbClr val="8B1E3F"/>
                </a:solidFill>
                <a:effectLst/>
                <a:uFillTx/>
                <a:latin typeface="Andale Mono"/>
              </a:rPr>
              <a:t>(¬element(X,f(Y)) ∨ element(X,Y))</a:t>
            </a:r>
            <a:r>
              <a:rPr lang="en-GB" sz="800" b="0" u="none" strike="noStrike">
                <a:solidFill>
                  <a:srgbClr val="334155"/>
                </a:solidFill>
                <a:effectLst/>
                <a:uFillTx/>
                <a:latin typeface="Andale Mono"/>
              </a:rPr>
              <a:t> ∧ </a:t>
            </a:r>
            <a:r>
              <a:rPr lang="en-GB" sz="800" b="0" u="none" strike="noStrike">
                <a:solidFill>
                  <a:srgbClr val="0F766E"/>
                </a:solidFill>
                <a:effectLst/>
                <a:uFillTx/>
                <a:latin typeface="Andale Mono"/>
              </a:rPr>
              <a:t>(¬element(X,f(Y)) ∨ ¬element(X,X))</a:t>
            </a:r>
            <a:br>
              <a:rPr sz="800"/>
            </a:br>
            <a:r>
              <a:rPr lang="en-GB" sz="800" b="0" u="none" strike="noStrike">
                <a:solidFill>
                  <a:srgbClr val="0F766E"/>
                </a:solidFill>
                <a:effectLst/>
                <a:uFillTx/>
                <a:latin typeface="Andale Mono"/>
              </a:rPr>
              <a:t>  </a:t>
            </a:r>
            <a:r>
              <a:rPr lang="en-GB" sz="800" b="0" u="none" strike="noStrike">
                <a:solidFill>
                  <a:srgbClr val="334155"/>
                </a:solidFill>
                <a:effectLst/>
                <a:uFillTx/>
                <a:latin typeface="Andale Mono"/>
              </a:rPr>
              <a:t>∧ </a:t>
            </a:r>
            <a:r>
              <a:rPr lang="en-GB" sz="800" b="0" u="none" strike="noStrike">
                <a:solidFill>
                  <a:srgbClr val="1D4ED8"/>
                </a:solidFill>
                <a:effectLst/>
                <a:uFillTx/>
                <a:latin typeface="Andale Mono"/>
              </a:rPr>
              <a:t>(¬element(X,Y) ∨ element(X,X) ∨ element(X,f(Y)))</a:t>
            </a:r>
            <a:r>
              <a:rPr lang="en-GB" sz="800" b="0" u="none" strike="noStrike">
                <a:solidFill>
                  <a:srgbClr val="334155"/>
                </a:solidFill>
                <a:effectLst/>
                <a:uFillTx/>
                <a:latin typeface="Andale Mono"/>
              </a:rPr>
              <a:t> ∧ </a:t>
            </a:r>
            <a:r>
              <a:rPr lang="en-GB" sz="800" b="0" u="none" strike="noStrike">
                <a:solidFill>
                  <a:srgbClr val="9A3412"/>
                </a:solidFill>
                <a:effectLst/>
                <a:uFillTx/>
                <a:latin typeface="Andale Mono"/>
              </a:rPr>
              <a:t>element(X,a)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800" b="1" u="none" strike="noStrike">
                <a:solidFill>
                  <a:srgbClr val="334155"/>
                </a:solidFill>
                <a:effectLst/>
                <a:uFillTx/>
                <a:latin typeface="Andale Mono"/>
              </a:rPr>
              <a:t>PUZ001-1</a:t>
            </a:r>
            <a:br>
              <a:rPr sz="800"/>
            </a:br>
            <a:r>
              <a:rPr lang="en-GB" sz="800" b="1" u="none" strike="noStrike">
                <a:solidFill>
                  <a:srgbClr val="334155"/>
                </a:solidFill>
                <a:effectLst/>
                <a:uFillTx/>
                <a:latin typeface="Andale Mono"/>
              </a:rPr>
              <a:t>    </a:t>
            </a:r>
            <a:r>
              <a:rPr lang="en-GB" sz="800" b="0" u="none" strike="noStrike">
                <a:solidFill>
                  <a:srgbClr val="8B1E3F"/>
                </a:solidFill>
                <a:effectLst/>
                <a:uFillTx/>
                <a:latin typeface="Andale Mono"/>
              </a:rPr>
              <a:t>l(agatha)</a:t>
            </a:r>
            <a:r>
              <a:rPr lang="en-GB" sz="800" b="0" u="none" strike="noStrike">
                <a:solidFill>
                  <a:srgbClr val="334155"/>
                </a:solidFill>
                <a:effectLst/>
                <a:uFillTx/>
                <a:latin typeface="Andale Mono"/>
              </a:rPr>
              <a:t> ∧ </a:t>
            </a:r>
            <a:r>
              <a:rPr lang="en-GB" sz="800" b="0" u="none" strike="noStrike">
                <a:solidFill>
                  <a:srgbClr val="0F766E"/>
                </a:solidFill>
                <a:effectLst/>
                <a:uFillTx/>
                <a:latin typeface="Andale Mono"/>
              </a:rPr>
              <a:t>l(butler)</a:t>
            </a:r>
            <a:r>
              <a:rPr lang="en-GB" sz="800" b="0" u="none" strike="noStrike">
                <a:solidFill>
                  <a:srgbClr val="334155"/>
                </a:solidFill>
                <a:effectLst/>
                <a:uFillTx/>
                <a:latin typeface="Andale Mono"/>
              </a:rPr>
              <a:t> ∧ </a:t>
            </a:r>
            <a:r>
              <a:rPr lang="en-GB" sz="800" b="0" u="none" strike="noStrike">
                <a:solidFill>
                  <a:srgbClr val="1D4ED8"/>
                </a:solidFill>
                <a:effectLst/>
                <a:uFillTx/>
                <a:latin typeface="Andale Mono"/>
              </a:rPr>
              <a:t>l(charles)</a:t>
            </a:r>
            <a:r>
              <a:rPr lang="en-GB" sz="800" b="0" u="none" strike="noStrike">
                <a:solidFill>
                  <a:srgbClr val="334155"/>
                </a:solidFill>
                <a:effectLst/>
                <a:uFillTx/>
                <a:latin typeface="Andale Mono"/>
              </a:rPr>
              <a:t> ∧ </a:t>
            </a:r>
            <a:r>
              <a:rPr lang="en-GB" sz="800" b="0" u="none" strike="noStrike">
                <a:solidFill>
                  <a:srgbClr val="9A3412"/>
                </a:solidFill>
                <a:effectLst/>
                <a:uFillTx/>
                <a:latin typeface="Andale Mono"/>
              </a:rPr>
              <a:t>(¬k(X,Y) ∨ ¬r(X,Y))</a:t>
            </a:r>
            <a:r>
              <a:rPr lang="en-GB" sz="800" b="0" u="none" strike="noStrike">
                <a:solidFill>
                  <a:srgbClr val="334155"/>
                </a:solidFill>
                <a:effectLst/>
                <a:uFillTx/>
                <a:latin typeface="Andale Mono"/>
              </a:rPr>
              <a:t> ∧ </a:t>
            </a:r>
            <a:r>
              <a:rPr lang="en-GB" sz="800" b="0" u="none" strike="noStrike">
                <a:solidFill>
                  <a:srgbClr val="8B1E3F"/>
                </a:solidFill>
                <a:effectLst/>
                <a:uFillTx/>
                <a:latin typeface="Andale Mono"/>
              </a:rPr>
              <a:t>(¬h(agatha,X) ∨ ¬h(charles,X))</a:t>
            </a:r>
            <a:br>
              <a:rPr sz="800"/>
            </a:br>
            <a:r>
              <a:rPr lang="en-GB" sz="800" b="0" u="none" strike="noStrike">
                <a:solidFill>
                  <a:srgbClr val="8B1E3F"/>
                </a:solidFill>
                <a:effectLst/>
                <a:uFillTx/>
                <a:latin typeface="Andale Mono"/>
              </a:rPr>
              <a:t>  </a:t>
            </a:r>
            <a:r>
              <a:rPr lang="en-GB" sz="800" b="0" u="none" strike="noStrike">
                <a:solidFill>
                  <a:srgbClr val="334155"/>
                </a:solidFill>
                <a:effectLst/>
                <a:uFillTx/>
                <a:latin typeface="Andale Mono"/>
              </a:rPr>
              <a:t>∧ </a:t>
            </a:r>
            <a:r>
              <a:rPr lang="en-GB" sz="800" b="0" u="none" strike="noStrike">
                <a:solidFill>
                  <a:srgbClr val="0F766E"/>
                </a:solidFill>
                <a:effectLst/>
                <a:uFillTx/>
                <a:latin typeface="Andale Mono"/>
              </a:rPr>
              <a:t>(¬h(X,agatha) ∨ ¬h(X,butler) ∨ ¬h(X,charles))</a:t>
            </a:r>
            <a:r>
              <a:rPr lang="en-GB" sz="800" b="0" u="none" strike="noStrike">
                <a:solidFill>
                  <a:srgbClr val="334155"/>
                </a:solidFill>
                <a:effectLst/>
                <a:uFillTx/>
                <a:latin typeface="Andale Mono"/>
              </a:rPr>
              <a:t> ∧ </a:t>
            </a:r>
            <a:r>
              <a:rPr lang="en-GB" sz="800" b="0" u="none" strike="noStrike">
                <a:solidFill>
                  <a:srgbClr val="1D4ED8"/>
                </a:solidFill>
                <a:effectLst/>
                <a:uFillTx/>
                <a:latin typeface="Andale Mono"/>
              </a:rPr>
              <a:t>h(agatha,agatha)</a:t>
            </a:r>
            <a:r>
              <a:rPr lang="en-GB" sz="800" b="0" u="none" strike="noStrike">
                <a:solidFill>
                  <a:srgbClr val="334155"/>
                </a:solidFill>
                <a:effectLst/>
                <a:uFillTx/>
                <a:latin typeface="Andale Mono"/>
              </a:rPr>
              <a:t> ∧ </a:t>
            </a:r>
            <a:r>
              <a:rPr lang="en-GB" sz="800" b="0" u="none" strike="noStrike">
                <a:solidFill>
                  <a:srgbClr val="9A3412"/>
                </a:solidFill>
                <a:effectLst/>
                <a:uFillTx/>
                <a:latin typeface="Andale Mono"/>
              </a:rPr>
              <a:t>h(agatha,charles)</a:t>
            </a:r>
            <a:br>
              <a:rPr sz="800"/>
            </a:br>
            <a:r>
              <a:rPr lang="en-GB" sz="800" b="0" u="none" strike="noStrike">
                <a:solidFill>
                  <a:srgbClr val="9A3412"/>
                </a:solidFill>
                <a:effectLst/>
                <a:uFillTx/>
                <a:latin typeface="Andale Mono"/>
              </a:rPr>
              <a:t>  </a:t>
            </a:r>
            <a:r>
              <a:rPr lang="en-GB" sz="800" b="0" u="none" strike="noStrike">
                <a:solidFill>
                  <a:srgbClr val="334155"/>
                </a:solidFill>
                <a:effectLst/>
                <a:uFillTx/>
                <a:latin typeface="Andale Mono"/>
              </a:rPr>
              <a:t>∧ </a:t>
            </a:r>
            <a:r>
              <a:rPr lang="en-GB" sz="800" b="0" u="none" strike="noStrike">
                <a:solidFill>
                  <a:srgbClr val="8B1E3F"/>
                </a:solidFill>
                <a:effectLst/>
                <a:uFillTx/>
                <a:latin typeface="Andale Mono"/>
              </a:rPr>
              <a:t>(¬k(X,Y) ∨ h(X,Y))</a:t>
            </a:r>
            <a:r>
              <a:rPr lang="en-GB" sz="800" b="0" u="none" strike="noStrike">
                <a:solidFill>
                  <a:srgbClr val="334155"/>
                </a:solidFill>
                <a:effectLst/>
                <a:uFillTx/>
                <a:latin typeface="Andale Mono"/>
              </a:rPr>
              <a:t> ∧ </a:t>
            </a:r>
            <a:r>
              <a:rPr lang="en-GB" sz="800" b="0" u="none" strike="noStrike">
                <a:solidFill>
                  <a:srgbClr val="0F766E"/>
                </a:solidFill>
                <a:effectLst/>
                <a:uFillTx/>
                <a:latin typeface="Andale Mono"/>
              </a:rPr>
              <a:t>(¬h(agatha,X) ∨ h(butler,X))</a:t>
            </a:r>
            <a:r>
              <a:rPr lang="en-GB" sz="800" b="0" u="none" strike="noStrike">
                <a:solidFill>
                  <a:srgbClr val="334155"/>
                </a:solidFill>
                <a:effectLst/>
                <a:uFillTx/>
                <a:latin typeface="Andale Mono"/>
              </a:rPr>
              <a:t> ∧ </a:t>
            </a:r>
            <a:r>
              <a:rPr lang="en-GB" sz="800" b="0" u="none" strike="noStrike">
                <a:solidFill>
                  <a:srgbClr val="1D4ED8"/>
                </a:solidFill>
                <a:effectLst/>
                <a:uFillTx/>
                <a:latin typeface="Andale Mono"/>
              </a:rPr>
              <a:t>(¬l(X) ∨ r(X,agatha) ∨ h(butler,X))</a:t>
            </a:r>
            <a:br>
              <a:rPr sz="800"/>
            </a:br>
            <a:r>
              <a:rPr lang="en-GB" sz="800" b="0" u="none" strike="noStrike">
                <a:solidFill>
                  <a:srgbClr val="1D4ED8"/>
                </a:solidFill>
                <a:effectLst/>
                <a:uFillTx/>
                <a:latin typeface="Andale Mono"/>
              </a:rPr>
              <a:t>  </a:t>
            </a:r>
            <a:r>
              <a:rPr lang="en-GB" sz="800" b="0" u="none" strike="noStrike">
                <a:solidFill>
                  <a:srgbClr val="334155"/>
                </a:solidFill>
                <a:effectLst/>
                <a:uFillTx/>
                <a:latin typeface="Andale Mono"/>
              </a:rPr>
              <a:t>∧ </a:t>
            </a:r>
            <a:r>
              <a:rPr lang="en-GB" sz="800" b="0" u="none" strike="noStrike">
                <a:solidFill>
                  <a:srgbClr val="9A3412"/>
                </a:solidFill>
                <a:effectLst/>
                <a:uFillTx/>
                <a:latin typeface="Andale Mono"/>
              </a:rPr>
              <a:t>(k(butler,agatha) ∨ k(charles,agatha))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"/>
          <p:cNvPicPr/>
          <p:nvPr/>
        </p:nvPicPr>
        <p:blipFill>
          <a:blip r:embed="rId3">
            <a:alphaModFix amt="90000"/>
          </a:blip>
          <a:stretch/>
        </p:blipFill>
        <p:spPr>
          <a:xfrm>
            <a:off x="1822320" y="3420000"/>
            <a:ext cx="3140280" cy="1979640"/>
          </a:xfrm>
          <a:prstGeom prst="rect">
            <a:avLst/>
          </a:prstGeom>
          <a:noFill/>
          <a:ln w="36000">
            <a:solidFill>
              <a:srgbClr val="000000"/>
            </a:solidFill>
            <a:round/>
          </a:ln>
        </p:spPr>
      </p:pic>
      <p:sp>
        <p:nvSpPr>
          <p:cNvPr id="77" name=""/>
          <p:cNvSpPr/>
          <p:nvPr/>
        </p:nvSpPr>
        <p:spPr>
          <a:xfrm>
            <a:off x="180000" y="828000"/>
            <a:ext cx="64512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It’s hard to tell whether a first-order formula is valid (a theorem) or not.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180000" y="5760000"/>
            <a:ext cx="4471200" cy="54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works well for SAT.</a:t>
            </a:r>
            <a:br>
              <a:rPr sz="1600"/>
            </a:b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 first-order formulas, this tree can be infinite!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9" name=""/>
          <p:cNvGrpSpPr/>
          <p:nvPr/>
        </p:nvGrpSpPr>
        <p:grpSpPr>
          <a:xfrm>
            <a:off x="6506640" y="828000"/>
            <a:ext cx="4404960" cy="681840"/>
            <a:chOff x="6506640" y="828000"/>
            <a:chExt cx="4404960" cy="681840"/>
          </a:xfrm>
        </p:grpSpPr>
        <p:sp>
          <p:nvSpPr>
            <p:cNvPr id="80" name=""/>
            <p:cNvSpPr/>
            <p:nvPr/>
          </p:nvSpPr>
          <p:spPr>
            <a:xfrm>
              <a:off x="6506640" y="828000"/>
              <a:ext cx="4404960" cy="315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GB" sz="16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Slow Solution</a:t>
              </a:r>
              <a:r>
                <a:rPr lang="en-GB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: Machine Learning at each step</a:t>
              </a:r>
              <a:endPara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"/>
            <p:cNvSpPr/>
            <p:nvPr/>
          </p:nvSpPr>
          <p:spPr>
            <a:xfrm>
              <a:off x="6595560" y="1215360"/>
              <a:ext cx="3664080" cy="294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GB" sz="800" b="0" u="none" strike="noStrike">
                  <a:solidFill>
                    <a:srgbClr val="000000"/>
                  </a:solidFill>
                  <a:effectLst/>
                  <a:uFillTx/>
                  <a:latin typeface="DejaVu Math TeX Gyre"/>
                </a:rPr>
                <a:t>[1] Kaliszyk et al., “Reinforcement Learning of Theorem Proving,” NeurIPS 2018.</a:t>
              </a:r>
              <a:endParaRPr lang="en-GB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2" name=""/>
          <p:cNvGrpSpPr/>
          <p:nvPr/>
        </p:nvGrpSpPr>
        <p:grpSpPr>
          <a:xfrm>
            <a:off x="6506640" y="1721880"/>
            <a:ext cx="5505120" cy="2411640"/>
            <a:chOff x="6506640" y="1721880"/>
            <a:chExt cx="5505120" cy="2411640"/>
          </a:xfrm>
        </p:grpSpPr>
        <p:pic>
          <p:nvPicPr>
            <p:cNvPr id="83" name=""/>
            <p:cNvPicPr/>
            <p:nvPr/>
          </p:nvPicPr>
          <p:blipFill>
            <a:blip r:embed="rId4">
              <a:alphaModFix amt="90000"/>
            </a:blip>
            <a:stretch/>
          </p:blipFill>
          <p:spPr>
            <a:xfrm>
              <a:off x="6661800" y="2693880"/>
              <a:ext cx="4677840" cy="1439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4" name=""/>
            <p:cNvSpPr/>
            <p:nvPr/>
          </p:nvSpPr>
          <p:spPr>
            <a:xfrm>
              <a:off x="6506640" y="1721880"/>
              <a:ext cx="5335200" cy="315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GB" sz="16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(Sometimes) Wrong Solution</a:t>
              </a:r>
              <a:r>
                <a:rPr lang="en-GB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: build trees with heuristics</a:t>
              </a:r>
              <a:endPara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"/>
            <p:cNvSpPr/>
            <p:nvPr/>
          </p:nvSpPr>
          <p:spPr>
            <a:xfrm>
              <a:off x="6595560" y="2096640"/>
              <a:ext cx="5416200" cy="49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GB" sz="800" b="0" u="none" strike="noStrike">
                  <a:solidFill>
                    <a:srgbClr val="000000"/>
                  </a:solidFill>
                  <a:effectLst/>
                  <a:uFillTx/>
                  <a:latin typeface="DejaVu Math TeX Gyre"/>
                </a:rPr>
                <a:t>[2] Otten, “Restricting Backtracking in Connection Calculi,” AI Communications, 2010.</a:t>
              </a:r>
              <a:br>
                <a:rPr sz="800"/>
              </a:br>
              <a:r>
                <a:rPr lang="en-GB" sz="800" b="0" u="none" strike="noStrike">
                  <a:solidFill>
                    <a:srgbClr val="000000"/>
                  </a:solidFill>
                  <a:effectLst/>
                  <a:uFillTx/>
                  <a:latin typeface="DejaVu Math TeX Gyre"/>
                </a:rPr>
                <a:t>[3] Färber, “A Curiously Effective Backtracking Strategy for Connection Tableaux,” AReCCa 2023.</a:t>
              </a:r>
              <a:br>
                <a:rPr sz="800"/>
              </a:br>
              <a:r>
                <a:rPr lang="en-GB" sz="800" b="0" u="none" strike="noStrike">
                  <a:solidFill>
                    <a:srgbClr val="000000"/>
                  </a:solidFill>
                  <a:effectLst/>
                  <a:uFillTx/>
                  <a:latin typeface="DejaVu Math TeX Gyre"/>
                </a:rPr>
                <a:t>[4] Mangla, “Machine Learning for Theorem Prover Strategies,” PhD thesis, University of Cambridge, 2025.</a:t>
              </a:r>
              <a:endParaRPr lang="en-GB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6" name=""/>
          <p:cNvSpPr/>
          <p:nvPr/>
        </p:nvSpPr>
        <p:spPr>
          <a:xfrm>
            <a:off x="6480000" y="5688000"/>
            <a:ext cx="243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7" name=""/>
          <p:cNvGrpSpPr/>
          <p:nvPr/>
        </p:nvGrpSpPr>
        <p:grpSpPr>
          <a:xfrm>
            <a:off x="6506640" y="4282200"/>
            <a:ext cx="5505120" cy="2233440"/>
            <a:chOff x="6506640" y="4282200"/>
            <a:chExt cx="5505120" cy="2233440"/>
          </a:xfrm>
        </p:grpSpPr>
        <p:sp>
          <p:nvSpPr>
            <p:cNvPr id="88" name=""/>
            <p:cNvSpPr/>
            <p:nvPr/>
          </p:nvSpPr>
          <p:spPr>
            <a:xfrm>
              <a:off x="6506640" y="4282200"/>
              <a:ext cx="5400360" cy="57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GB" sz="1600" b="1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Better Solution</a:t>
              </a:r>
              <a:r>
                <a:rPr lang="en-GB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:</a:t>
              </a:r>
              <a:br>
                <a:rPr sz="1600"/>
              </a:br>
              <a:r>
                <a:rPr lang="en-GB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   Why don’t we </a:t>
              </a:r>
              <a:r>
                <a:rPr lang="en-GB" sz="1600" b="0" u="none" strike="sngStrike">
                  <a:solidFill>
                    <a:srgbClr val="000000"/>
                  </a:solidFill>
                  <a:effectLst/>
                  <a:uFillTx/>
                  <a:latin typeface="Arial"/>
                </a:rPr>
                <a:t>plagiarise</a:t>
              </a:r>
              <a:r>
                <a:rPr lang="en-GB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 get inspiration from SAT solvers</a:t>
              </a:r>
              <a:endPara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9" name=""/>
            <p:cNvPicPr/>
            <p:nvPr/>
          </p:nvPicPr>
          <p:blipFill>
            <a:blip r:embed="rId5">
              <a:alphaModFix amt="90000"/>
            </a:blip>
            <a:stretch/>
          </p:blipFill>
          <p:spPr>
            <a:xfrm>
              <a:off x="10728000" y="4998960"/>
              <a:ext cx="539640" cy="436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0" name=""/>
            <p:cNvSpPr/>
            <p:nvPr/>
          </p:nvSpPr>
          <p:spPr>
            <a:xfrm>
              <a:off x="6595560" y="6098760"/>
              <a:ext cx="5416200" cy="41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GB" sz="800" b="0" u="none" strike="noStrike">
                  <a:solidFill>
                    <a:srgbClr val="000000"/>
                  </a:solidFill>
                  <a:effectLst/>
                  <a:uFillTx/>
                  <a:latin typeface="DejaVu Math TeX Gyre"/>
                </a:rPr>
                <a:t>[5] Fichte et al., “The Silent (R)evolution of SAT,” CACM, 2023.</a:t>
              </a:r>
              <a:endParaRPr lang="en-GB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GB" sz="800" b="0" u="none" strike="noStrike">
                  <a:solidFill>
                    <a:srgbClr val="000000"/>
                  </a:solidFill>
                  <a:effectLst/>
                  <a:uFillTx/>
                  <a:latin typeface="DejaVu Math TeX Gyre"/>
                </a:rPr>
                <a:t>[6] Liang et al., “Machine Learning-Based Restart Policy for CDCL SAT Solvers,” SAT 2018.</a:t>
              </a:r>
              <a:endParaRPr lang="en-GB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GB" sz="800" b="0" u="none" strike="noStrike">
                  <a:solidFill>
                    <a:srgbClr val="000000"/>
                  </a:solidFill>
                  <a:effectLst/>
                  <a:uFillTx/>
                  <a:latin typeface="DejaVu Math TeX Gyre"/>
                </a:rPr>
                <a:t>[7] Liu et al., “NeuroSelect: Learning to Select Clauses in SAT Solvers,” DAC 2024.</a:t>
              </a:r>
              <a:endParaRPr lang="en-GB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91" name=""/>
            <p:cNvPicPr/>
            <p:nvPr/>
          </p:nvPicPr>
          <p:blipFill>
            <a:blip r:embed="rId6">
              <a:alphaModFix amt="90000"/>
            </a:blip>
            <a:srcRect l="0" t="23500" r="0" b="19599"/>
            <a:stretch/>
          </p:blipFill>
          <p:spPr>
            <a:xfrm>
              <a:off x="7560720" y="4896000"/>
              <a:ext cx="2879640" cy="10918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92" name=""/>
          <p:cNvSpPr txBox="1"/>
          <p:nvPr/>
        </p:nvSpPr>
        <p:spPr>
          <a:xfrm>
            <a:off x="11160000" y="6625800"/>
            <a:ext cx="1038240" cy="23220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GB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Martin Fixman</a:t>
            </a:r>
            <a:endParaRPr lang="en-GB" sz="10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" name=""/>
          <p:cNvPicPr/>
          <p:nvPr/>
        </p:nvPicPr>
        <p:blipFill>
          <a:blip r:embed="rId7">
            <a:alphaModFix amt="75000"/>
          </a:blip>
          <a:stretch/>
        </p:blipFill>
        <p:spPr>
          <a:xfrm>
            <a:off x="5220000" y="1260000"/>
            <a:ext cx="540000" cy="54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"/>
          <p:cNvPicPr/>
          <p:nvPr/>
        </p:nvPicPr>
        <p:blipFill>
          <a:blip r:embed="rId8">
            <a:alphaModFix amt="75000"/>
          </a:blip>
          <a:stretch/>
        </p:blipFill>
        <p:spPr>
          <a:xfrm>
            <a:off x="5760000" y="1260000"/>
            <a:ext cx="540000" cy="54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Parcel">
  <a:themeElements>
    <a:clrScheme name="Parcel">
      <a:dk1>
        <a:srgbClr val="000000"/>
      </a:dk1>
      <a:lt1>
        <a:srgbClr val="FFFFFF"/>
      </a:lt1>
      <a:dk2>
        <a:srgbClr val="635D4D"/>
      </a:dk2>
      <a:lt2>
        <a:srgbClr val="D8D6BA"/>
      </a:lt2>
      <a:accent1>
        <a:srgbClr val="9CBEBD"/>
      </a:accent1>
      <a:accent2>
        <a:srgbClr val="D2CB6C"/>
      </a:accent2>
      <a:accent3>
        <a:srgbClr val="9D9A93"/>
      </a:accent3>
      <a:accent4>
        <a:srgbClr val="C89F5D"/>
      </a:accent4>
      <a:accent5>
        <a:srgbClr val="A9A57C"/>
      </a:accent5>
      <a:accent6>
        <a:srgbClr val="95A39D"/>
      </a:accent6>
      <a:hlink>
        <a:srgbClr val="D25814"/>
      </a:hlink>
      <a:folHlink>
        <a:srgbClr val="849A0A"/>
      </a:folHlink>
    </a:clrScheme>
    <a:fontScheme name="Parcel">
      <a:majorFont>
        <a:latin typeface="Gill Sans MT" panose="020B0502020104020203" pitchFamily="0" charset="1"/>
        <a:ea typeface=""/>
        <a:cs typeface=""/>
      </a:majorFont>
      <a:minorFont>
        <a:latin typeface="Gill Sans MT" panose="020B05020201040202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0000"/>
                <a:lumMod val="103000"/>
              </a:schemeClr>
            </a:gs>
            <a:gs pos="100000">
              <a:schemeClr val="phClr">
                <a:tint val="82000"/>
                <a:lumMod val="103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7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93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317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7000"/>
                <a:shade val="100000"/>
                <a:lumMod val="120000"/>
              </a:schemeClr>
            </a:gs>
            <a:gs pos="100000">
              <a:schemeClr val="phClr">
                <a:tint val="96000"/>
                <a:shade val="95000"/>
                <a:lumMod val="80000"/>
              </a:schemeClr>
            </a:gs>
          </a:gsLst>
          <a:path path="circle">
            <a:fillToRect l="50000" t="55000" r="125000" b="10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737</TotalTime>
  <Application>LibreOffice/26.2.1.2$Linux_X86_64 LibreOffice_project/620$Build-2</Application>
  <AppVersion>15.0000</AppVersion>
  <Words>75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2020-05-07T11:07:23Z</dcterms:created>
  <dc:creator>Jacob Moss</dc:creator>
  <dc:description/>
  <dc:language>en-GB</dc:language>
  <cp:lastModifiedBy/>
  <dcterms:modified xsi:type="dcterms:W3CDTF">2026-03-18T18:17:50Z</dcterms:modified>
  <cp:revision>15</cp:revision>
  <dc:subject/>
  <dc:title>Gene regulatory network inference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1</vt:i4>
  </property>
  <property fmtid="{D5CDD505-2E9C-101B-9397-08002B2CF9AE}" pid="3" name="PresentationFormat">
    <vt:lpwstr>Widescreen</vt:lpwstr>
  </property>
  <property fmtid="{D5CDD505-2E9C-101B-9397-08002B2CF9AE}" pid="4" name="Slides">
    <vt:i4>1</vt:i4>
  </property>
</Properties>
</file>